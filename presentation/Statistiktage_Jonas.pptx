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329" r:id="rId5"/>
    <p:sldId id="383" r:id="rId6"/>
    <p:sldId id="384" r:id="rId7"/>
    <p:sldId id="306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5E484C-23C8-40F0-BC34-44912E92E3D4}" v="33" dt="2026-08-14T09:14:57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0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enker Rolf (SSZ)" userId="9323b05b-0663-4187-9504-ab37973a509a" providerId="ADAL" clId="{8AA50265-4FD1-4682-B342-8B3B3327C024}"/>
    <pc:docChg chg="delSld">
      <pc:chgData name="Schenker Rolf (SSZ)" userId="9323b05b-0663-4187-9504-ab37973a509a" providerId="ADAL" clId="{8AA50265-4FD1-4682-B342-8B3B3327C024}" dt="2026-08-14T09:18:03.461" v="0" actId="47"/>
      <pc:docMkLst>
        <pc:docMk/>
      </pc:docMkLst>
      <pc:sldChg chg="del">
        <pc:chgData name="Schenker Rolf (SSZ)" userId="9323b05b-0663-4187-9504-ab37973a509a" providerId="ADAL" clId="{8AA50265-4FD1-4682-B342-8B3B3327C024}" dt="2026-08-14T09:18:03.461" v="0" actId="47"/>
        <pc:sldMkLst>
          <pc:docMk/>
          <pc:sldMk cId="1967015207" sldId="325"/>
        </pc:sldMkLst>
      </pc:sldChg>
      <pc:sldChg chg="del">
        <pc:chgData name="Schenker Rolf (SSZ)" userId="9323b05b-0663-4187-9504-ab37973a509a" providerId="ADAL" clId="{8AA50265-4FD1-4682-B342-8B3B3327C024}" dt="2026-08-14T09:18:03.461" v="0" actId="47"/>
        <pc:sldMkLst>
          <pc:docMk/>
          <pc:sldMk cId="648252816" sldId="385"/>
        </pc:sldMkLst>
      </pc:sldChg>
      <pc:sldChg chg="del">
        <pc:chgData name="Schenker Rolf (SSZ)" userId="9323b05b-0663-4187-9504-ab37973a509a" providerId="ADAL" clId="{8AA50265-4FD1-4682-B342-8B3B3327C024}" dt="2026-08-14T09:18:03.461" v="0" actId="47"/>
        <pc:sldMkLst>
          <pc:docMk/>
          <pc:sldMk cId="2367890108" sldId="386"/>
        </pc:sldMkLst>
      </pc:sldChg>
      <pc:sldChg chg="del">
        <pc:chgData name="Schenker Rolf (SSZ)" userId="9323b05b-0663-4187-9504-ab37973a509a" providerId="ADAL" clId="{8AA50265-4FD1-4682-B342-8B3B3327C024}" dt="2026-08-14T09:18:03.461" v="0" actId="47"/>
        <pc:sldMkLst>
          <pc:docMk/>
          <pc:sldMk cId="834992195" sldId="387"/>
        </pc:sldMkLst>
      </pc:sldChg>
      <pc:sldChg chg="del">
        <pc:chgData name="Schenker Rolf (SSZ)" userId="9323b05b-0663-4187-9504-ab37973a509a" providerId="ADAL" clId="{8AA50265-4FD1-4682-B342-8B3B3327C024}" dt="2026-08-14T09:18:03.461" v="0" actId="47"/>
        <pc:sldMkLst>
          <pc:docMk/>
          <pc:sldMk cId="3267883893" sldId="388"/>
        </pc:sldMkLst>
      </pc:sldChg>
      <pc:sldChg chg="del">
        <pc:chgData name="Schenker Rolf (SSZ)" userId="9323b05b-0663-4187-9504-ab37973a509a" providerId="ADAL" clId="{8AA50265-4FD1-4682-B342-8B3B3327C024}" dt="2026-08-14T09:18:03.461" v="0" actId="47"/>
        <pc:sldMkLst>
          <pc:docMk/>
          <pc:sldMk cId="708793057" sldId="389"/>
        </pc:sldMkLst>
      </pc:sldChg>
      <pc:sldChg chg="del">
        <pc:chgData name="Schenker Rolf (SSZ)" userId="9323b05b-0663-4187-9504-ab37973a509a" providerId="ADAL" clId="{8AA50265-4FD1-4682-B342-8B3B3327C024}" dt="2026-08-14T09:18:03.461" v="0" actId="47"/>
        <pc:sldMkLst>
          <pc:docMk/>
          <pc:sldMk cId="1294461004" sldId="390"/>
        </pc:sldMkLst>
      </pc:sldChg>
      <pc:sldChg chg="del">
        <pc:chgData name="Schenker Rolf (SSZ)" userId="9323b05b-0663-4187-9504-ab37973a509a" providerId="ADAL" clId="{8AA50265-4FD1-4682-B342-8B3B3327C024}" dt="2026-08-14T09:18:03.461" v="0" actId="47"/>
        <pc:sldMkLst>
          <pc:docMk/>
          <pc:sldMk cId="3907053485" sldId="391"/>
        </pc:sldMkLst>
      </pc:sldChg>
      <pc:sldChg chg="del">
        <pc:chgData name="Schenker Rolf (SSZ)" userId="9323b05b-0663-4187-9504-ab37973a509a" providerId="ADAL" clId="{8AA50265-4FD1-4682-B342-8B3B3327C024}" dt="2026-08-14T09:18:03.461" v="0" actId="47"/>
        <pc:sldMkLst>
          <pc:docMk/>
          <pc:sldMk cId="26605867" sldId="392"/>
        </pc:sldMkLst>
      </pc:sldChg>
      <pc:sldChg chg="del">
        <pc:chgData name="Schenker Rolf (SSZ)" userId="9323b05b-0663-4187-9504-ab37973a509a" providerId="ADAL" clId="{8AA50265-4FD1-4682-B342-8B3B3327C024}" dt="2026-08-14T09:18:03.461" v="0" actId="47"/>
        <pc:sldMkLst>
          <pc:docMk/>
          <pc:sldMk cId="667794309" sldId="396"/>
        </pc:sldMkLst>
      </pc:sldChg>
      <pc:sldChg chg="del">
        <pc:chgData name="Schenker Rolf (SSZ)" userId="9323b05b-0663-4187-9504-ab37973a509a" providerId="ADAL" clId="{8AA50265-4FD1-4682-B342-8B3B3327C024}" dt="2026-08-14T09:18:03.461" v="0" actId="47"/>
        <pc:sldMkLst>
          <pc:docMk/>
          <pc:sldMk cId="4109618688" sldId="397"/>
        </pc:sldMkLst>
      </pc:sldChg>
      <pc:sldChg chg="del">
        <pc:chgData name="Schenker Rolf (SSZ)" userId="9323b05b-0663-4187-9504-ab37973a509a" providerId="ADAL" clId="{8AA50265-4FD1-4682-B342-8B3B3327C024}" dt="2026-08-14T09:18:03.461" v="0" actId="47"/>
        <pc:sldMkLst>
          <pc:docMk/>
          <pc:sldMk cId="3576564063" sldId="398"/>
        </pc:sldMkLst>
      </pc:sldChg>
      <pc:sldChg chg="del">
        <pc:chgData name="Schenker Rolf (SSZ)" userId="9323b05b-0663-4187-9504-ab37973a509a" providerId="ADAL" clId="{8AA50265-4FD1-4682-B342-8B3B3327C024}" dt="2026-08-14T09:18:03.461" v="0" actId="47"/>
        <pc:sldMkLst>
          <pc:docMk/>
          <pc:sldMk cId="782316607" sldId="399"/>
        </pc:sldMkLst>
      </pc:sldChg>
      <pc:sldChg chg="del">
        <pc:chgData name="Schenker Rolf (SSZ)" userId="9323b05b-0663-4187-9504-ab37973a509a" providerId="ADAL" clId="{8AA50265-4FD1-4682-B342-8B3B3327C024}" dt="2026-08-14T09:18:03.461" v="0" actId="47"/>
        <pc:sldMkLst>
          <pc:docMk/>
          <pc:sldMk cId="1537584691" sldId="400"/>
        </pc:sldMkLst>
      </pc:sldChg>
      <pc:sldChg chg="del">
        <pc:chgData name="Schenker Rolf (SSZ)" userId="9323b05b-0663-4187-9504-ab37973a509a" providerId="ADAL" clId="{8AA50265-4FD1-4682-B342-8B3B3327C024}" dt="2026-08-14T09:18:03.461" v="0" actId="47"/>
        <pc:sldMkLst>
          <pc:docMk/>
          <pc:sldMk cId="167715405" sldId="40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D281C46-598B-4674-85E6-3387713ACEF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836614"/>
            <a:ext cx="12192000" cy="6021386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CH"/>
              <a:t>Farbfläche oder Bild</a:t>
            </a:r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A315E9DD-29D8-44C5-8481-259987F7334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3786293" y="0"/>
            <a:ext cx="8405706" cy="836614"/>
          </a:xfrm>
          <a:solidFill>
            <a:srgbClr val="0F05A0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CH"/>
              <a:t>Farbfläche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80B76195-456B-45EF-B55A-A417C882FD6B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910799" y="1484313"/>
            <a:ext cx="10369975" cy="3086814"/>
          </a:xfrm>
        </p:spPr>
        <p:txBody>
          <a:bodyPr anchor="t" anchorCtr="0"/>
          <a:lstStyle>
            <a:lvl1pPr algn="l" defTabSz="1332000">
              <a:lnSpc>
                <a:spcPct val="85000"/>
              </a:lnSpc>
              <a:tabLst>
                <a:tab pos="1332000" algn="l"/>
              </a:tabLst>
              <a:defRPr sz="520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10" name="Untertitel 2">
            <a:extLst>
              <a:ext uri="{FF2B5EF4-FFF2-40B4-BE49-F238E27FC236}">
                <a16:creationId xmlns:a16="http://schemas.microsoft.com/office/drawing/2014/main" id="{4F8D7963-D5AF-43B6-974A-E1DA8608FCF8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947737" y="4648200"/>
            <a:ext cx="10333037" cy="1481138"/>
          </a:xfrm>
        </p:spPr>
        <p:txBody>
          <a:bodyPr anchor="b" anchorCtr="0"/>
          <a:lstStyle>
            <a:lvl1pPr marL="0" indent="0" algn="l">
              <a:lnSpc>
                <a:spcPct val="100000"/>
              </a:lnSpc>
              <a:buNone/>
              <a:defRPr sz="24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E04BBDE-8407-6CD0-B377-424D0F756E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800" y="186910"/>
            <a:ext cx="3307087" cy="58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635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89">
          <p15:clr>
            <a:srgbClr val="5ACBF0"/>
          </p15:clr>
        </p15:guide>
        <p15:guide id="3" orient="horz" pos="119">
          <p15:clr>
            <a:srgbClr val="5ACBF0"/>
          </p15:clr>
        </p15:guide>
        <p15:guide id="5" pos="2389">
          <p15:clr>
            <a:srgbClr val="9FCC3B"/>
          </p15:clr>
        </p15:guide>
        <p15:guide id="6" orient="horz" pos="935">
          <p15:clr>
            <a:srgbClr val="9FCC3B"/>
          </p15:clr>
        </p15:guide>
        <p15:guide id="7" pos="2275">
          <p15:clr>
            <a:srgbClr val="5ACBF0"/>
          </p15:clr>
        </p15:guide>
        <p15:guide id="8" orient="horz" pos="482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5">
            <a:extLst>
              <a:ext uri="{FF2B5EF4-FFF2-40B4-BE49-F238E27FC236}">
                <a16:creationId xmlns:a16="http://schemas.microsoft.com/office/drawing/2014/main" id="{42B54F9B-D3FF-4A8D-866A-284136B869A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6416675"/>
          </a:xfrm>
          <a:solidFill>
            <a:srgbClr val="0F05A0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CH"/>
              <a:t>Farbfläche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F5C175-5CDD-4119-8E88-D19A21B9E10B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910799" y="800100"/>
            <a:ext cx="10369975" cy="2160000"/>
          </a:xfrm>
        </p:spPr>
        <p:txBody>
          <a:bodyPr anchor="t" anchorCtr="0"/>
          <a:lstStyle>
            <a:lvl1pPr marL="1332000" indent="-1332000" algn="l" defTabSz="1332000">
              <a:lnSpc>
                <a:spcPct val="85000"/>
              </a:lnSpc>
              <a:tabLst>
                <a:tab pos="1332000" algn="l"/>
              </a:tabLst>
              <a:defRPr sz="520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53804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504">
          <p15:clr>
            <a:srgbClr val="9FCC3B"/>
          </p15:clr>
        </p15:guide>
        <p15:guide id="8" pos="1436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_ohne_Z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5">
            <a:extLst>
              <a:ext uri="{FF2B5EF4-FFF2-40B4-BE49-F238E27FC236}">
                <a16:creationId xmlns:a16="http://schemas.microsoft.com/office/drawing/2014/main" id="{42B54F9B-D3FF-4A8D-866A-284136B869A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6416675"/>
          </a:xfrm>
          <a:solidFill>
            <a:srgbClr val="0F05A0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CH"/>
              <a:t>Farbfläche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F5C175-5CDD-4119-8E88-D19A21B9E10B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910799" y="800100"/>
            <a:ext cx="10369975" cy="2160000"/>
          </a:xfrm>
        </p:spPr>
        <p:txBody>
          <a:bodyPr anchor="t" anchorCtr="0"/>
          <a:lstStyle>
            <a:lvl1pPr marL="0" indent="0" algn="l" defTabSz="1332000">
              <a:lnSpc>
                <a:spcPct val="85000"/>
              </a:lnSpc>
              <a:tabLst>
                <a:tab pos="1332000" algn="l"/>
              </a:tabLst>
              <a:defRPr sz="520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14379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504">
          <p15:clr>
            <a:srgbClr val="9FCC3B"/>
          </p15:clr>
        </p15:guide>
        <p15:guide id="8" pos="1436">
          <p15:clr>
            <a:srgbClr val="9FCC3B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Agenda 1sp sch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7669212" cy="4537075"/>
          </a:xfrm>
        </p:spPr>
        <p:txBody>
          <a:bodyPr tIns="10800"/>
          <a:lstStyle>
            <a:lvl1pPr marL="432000" indent="-432000">
              <a:buFont typeface="+mj-lt"/>
              <a:buAutoNum type="arabicPeriod"/>
              <a:defRPr/>
            </a:lvl1pPr>
            <a:lvl2pPr marL="288000" indent="-288000">
              <a:buFont typeface="Arial" panose="020B0604020202020204" pitchFamily="34" charset="0"/>
              <a:buChar char="–"/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42768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114">
          <p15:clr>
            <a:srgbClr val="FBAE40"/>
          </p15:clr>
        </p15:guide>
        <p15:guide id="10" pos="2910">
          <p15:clr>
            <a:srgbClr val="FBAE40"/>
          </p15:clr>
        </p15:guide>
        <p15:guide id="11" pos="2275">
          <p15:clr>
            <a:srgbClr val="FBAE40"/>
          </p15:clr>
        </p15:guide>
        <p15:guide id="12" pos="2071">
          <p15:clr>
            <a:srgbClr val="FBAE40"/>
          </p15:clr>
        </p15:guide>
        <p15:guide id="13" pos="1436">
          <p15:clr>
            <a:srgbClr val="FBAE40"/>
          </p15:clr>
        </p15:guide>
        <p15:guide id="14" pos="1232">
          <p15:clr>
            <a:srgbClr val="FBAE40"/>
          </p15:clr>
        </p15:guide>
        <p15:guide id="15" pos="3953">
          <p15:clr>
            <a:srgbClr val="FBAE40"/>
          </p15:clr>
        </p15:guide>
        <p15:guide id="16" pos="4588">
          <p15:clr>
            <a:srgbClr val="FBAE40"/>
          </p15:clr>
        </p15:guide>
        <p15:guide id="17" pos="4793">
          <p15:clr>
            <a:srgbClr val="FBAE40"/>
          </p15:clr>
        </p15:guide>
        <p15:guide id="18" pos="5428">
          <p15:clr>
            <a:srgbClr val="FBAE40"/>
          </p15:clr>
        </p15:guide>
        <p15:guide id="19" pos="5632">
          <p15:clr>
            <a:srgbClr val="FBAE40"/>
          </p15:clr>
        </p15:guide>
        <p15:guide id="20" pos="6267">
          <p15:clr>
            <a:srgbClr val="FBAE40"/>
          </p15:clr>
        </p15:guide>
        <p15:guide id="21" pos="647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 1sp sch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7669212" cy="45370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69861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114">
          <p15:clr>
            <a:srgbClr val="FBAE40"/>
          </p15:clr>
        </p15:guide>
        <p15:guide id="10" pos="2910">
          <p15:clr>
            <a:srgbClr val="FBAE40"/>
          </p15:clr>
        </p15:guide>
        <p15:guide id="11" pos="2275">
          <p15:clr>
            <a:srgbClr val="FBAE40"/>
          </p15:clr>
        </p15:guide>
        <p15:guide id="12" pos="2071">
          <p15:clr>
            <a:srgbClr val="FBAE40"/>
          </p15:clr>
        </p15:guide>
        <p15:guide id="13" pos="1436">
          <p15:clr>
            <a:srgbClr val="FBAE40"/>
          </p15:clr>
        </p15:guide>
        <p15:guide id="14" pos="1232">
          <p15:clr>
            <a:srgbClr val="FBAE40"/>
          </p15:clr>
        </p15:guide>
        <p15:guide id="15" pos="3953">
          <p15:clr>
            <a:srgbClr val="FBAE40"/>
          </p15:clr>
        </p15:guide>
        <p15:guide id="16" pos="4588">
          <p15:clr>
            <a:srgbClr val="FBAE40"/>
          </p15:clr>
        </p15:guide>
        <p15:guide id="17" pos="4793">
          <p15:clr>
            <a:srgbClr val="FBAE40"/>
          </p15:clr>
        </p15:guide>
        <p15:guide id="18" pos="5428">
          <p15:clr>
            <a:srgbClr val="FBAE40"/>
          </p15:clr>
        </p15:guide>
        <p15:guide id="19" pos="5632">
          <p15:clr>
            <a:srgbClr val="FBAE40"/>
          </p15:clr>
        </p15:guide>
        <p15:guide id="20" pos="6267">
          <p15:clr>
            <a:srgbClr val="FBAE40"/>
          </p15:clr>
        </p15:guide>
        <p15:guide id="21" pos="647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Tabelle 1sp br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2"/>
            <a:ext cx="10333036" cy="1080000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abellenplatzhalter 3">
            <a:extLst>
              <a:ext uri="{FF2B5EF4-FFF2-40B4-BE49-F238E27FC236}">
                <a16:creationId xmlns:a16="http://schemas.microsoft.com/office/drawing/2014/main" id="{4792EB63-54C5-40F1-8562-1BE44DCAB58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47738" y="2818800"/>
            <a:ext cx="10333037" cy="3310538"/>
          </a:xfrm>
        </p:spPr>
        <p:txBody>
          <a:bodyPr tIns="0"/>
          <a:lstStyle>
            <a:lvl1pPr marL="0" indent="0">
              <a:buNone/>
              <a:defRPr sz="2000"/>
            </a:lvl1pPr>
          </a:lstStyle>
          <a:p>
            <a:r>
              <a:rPr lang="de-DE"/>
              <a:t>Tabelle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46342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15" pos="3953">
          <p15:clr>
            <a:srgbClr val="FBAE40"/>
          </p15:clr>
        </p15:guide>
        <p15:guide id="16" pos="2842">
          <p15:clr>
            <a:srgbClr val="FBAE40"/>
          </p15:clr>
        </p15:guide>
        <p15:guide id="17" pos="2638">
          <p15:clr>
            <a:srgbClr val="FBAE40"/>
          </p15:clr>
        </p15:guide>
        <p15:guide id="18" pos="1731">
          <p15:clr>
            <a:srgbClr val="FBAE40"/>
          </p15:clr>
        </p15:guide>
        <p15:guide id="19" pos="4861">
          <p15:clr>
            <a:srgbClr val="FBAE40"/>
          </p15:clr>
        </p15:guide>
        <p15:guide id="20" pos="5065">
          <p15:clr>
            <a:srgbClr val="FBAE40"/>
          </p15:clr>
        </p15:guide>
        <p15:guide id="21" pos="5972">
          <p15:clr>
            <a:srgbClr val="FBAE40"/>
          </p15:clr>
        </p15:guide>
        <p15:guide id="22" pos="617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 2s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5003800" cy="45370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8451A51A-09FC-4B95-89D1-E82D20CB7E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76975" y="1592263"/>
            <a:ext cx="5003800" cy="45370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49009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114">
          <p15:clr>
            <a:srgbClr val="FBAE40"/>
          </p15:clr>
        </p15:guide>
        <p15:guide id="10" pos="2910">
          <p15:clr>
            <a:srgbClr val="FBAE40"/>
          </p15:clr>
        </p15:guide>
        <p15:guide id="11" pos="2275">
          <p15:clr>
            <a:srgbClr val="FBAE40"/>
          </p15:clr>
        </p15:guide>
        <p15:guide id="12" pos="2071">
          <p15:clr>
            <a:srgbClr val="FBAE40"/>
          </p15:clr>
        </p15:guide>
        <p15:guide id="13" pos="1436">
          <p15:clr>
            <a:srgbClr val="FBAE40"/>
          </p15:clr>
        </p15:guide>
        <p15:guide id="14" pos="1232">
          <p15:clr>
            <a:srgbClr val="FBAE40"/>
          </p15:clr>
        </p15:guide>
        <p15:guide id="15" pos="3953">
          <p15:clr>
            <a:srgbClr val="FBAE40"/>
          </p15:clr>
        </p15:guide>
        <p15:guide id="16" pos="4588">
          <p15:clr>
            <a:srgbClr val="FBAE40"/>
          </p15:clr>
        </p15:guide>
        <p15:guide id="17" pos="4793">
          <p15:clr>
            <a:srgbClr val="FBAE40"/>
          </p15:clr>
        </p15:guide>
        <p15:guide id="18" pos="5428">
          <p15:clr>
            <a:srgbClr val="FBAE40"/>
          </p15:clr>
        </p15:guide>
        <p15:guide id="19" pos="5632">
          <p15:clr>
            <a:srgbClr val="FBAE40"/>
          </p15:clr>
        </p15:guide>
        <p15:guide id="20" pos="6267">
          <p15:clr>
            <a:srgbClr val="FBAE40"/>
          </p15:clr>
        </p15:guide>
        <p15:guide id="21" pos="647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Marginal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6912000" cy="45370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D24F5E5-2C7D-41C2-A033-B6C11DBDF4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40800" y="1592263"/>
            <a:ext cx="2339975" cy="4537075"/>
          </a:xfrm>
        </p:spPr>
        <p:txBody>
          <a:bodyPr tIns="36000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54703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114">
          <p15:clr>
            <a:srgbClr val="FBAE40"/>
          </p15:clr>
        </p15:guide>
        <p15:guide id="10" pos="2910">
          <p15:clr>
            <a:srgbClr val="FBAE40"/>
          </p15:clr>
        </p15:guide>
        <p15:guide id="11" pos="2275">
          <p15:clr>
            <a:srgbClr val="FBAE40"/>
          </p15:clr>
        </p15:guide>
        <p15:guide id="12" pos="2071">
          <p15:clr>
            <a:srgbClr val="FBAE40"/>
          </p15:clr>
        </p15:guide>
        <p15:guide id="13" pos="1436">
          <p15:clr>
            <a:srgbClr val="FBAE40"/>
          </p15:clr>
        </p15:guide>
        <p15:guide id="14" pos="1232">
          <p15:clr>
            <a:srgbClr val="FBAE40"/>
          </p15:clr>
        </p15:guide>
        <p15:guide id="15" pos="3953">
          <p15:clr>
            <a:srgbClr val="FBAE40"/>
          </p15:clr>
        </p15:guide>
        <p15:guide id="16" pos="4588">
          <p15:clr>
            <a:srgbClr val="FBAE40"/>
          </p15:clr>
        </p15:guide>
        <p15:guide id="17" pos="4793">
          <p15:clr>
            <a:srgbClr val="FBAE40"/>
          </p15:clr>
        </p15:guide>
        <p15:guide id="18" pos="5428">
          <p15:clr>
            <a:srgbClr val="FBAE40"/>
          </p15:clr>
        </p15:guide>
        <p15:guide id="19" pos="5632">
          <p15:clr>
            <a:srgbClr val="FBAE40"/>
          </p15:clr>
        </p15:guide>
        <p15:guide id="20" pos="6267">
          <p15:clr>
            <a:srgbClr val="FBAE40"/>
          </p15:clr>
        </p15:guide>
        <p15:guide id="21" pos="647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Marginal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1CE32EB3-BB4F-4253-8B37-E5C687C818A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7739" y="1700212"/>
            <a:ext cx="6769099" cy="442912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8B1C4A34-5315-4BB8-9A0B-2D7758DDF3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40688" y="1592263"/>
            <a:ext cx="3240087" cy="4537075"/>
          </a:xfrm>
        </p:spPr>
        <p:txBody>
          <a:bodyPr tIns="36000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613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4" pos="3749">
          <p15:clr>
            <a:srgbClr val="FBAE40"/>
          </p15:clr>
        </p15:guide>
        <p15:guide id="5" pos="3953">
          <p15:clr>
            <a:srgbClr val="FBAE40"/>
          </p15:clr>
        </p15:guide>
        <p15:guide id="6" pos="2842">
          <p15:clr>
            <a:srgbClr val="FBAE40"/>
          </p15:clr>
        </p15:guide>
        <p15:guide id="7" pos="2638">
          <p15:clr>
            <a:srgbClr val="FBAE40"/>
          </p15:clr>
        </p15:guide>
        <p15:guide id="8" pos="1731">
          <p15:clr>
            <a:srgbClr val="FBAE40"/>
          </p15:clr>
        </p15:guide>
        <p15:guide id="9" pos="1527">
          <p15:clr>
            <a:srgbClr val="FBAE40"/>
          </p15:clr>
        </p15:guide>
        <p15:guide id="10" pos="4861">
          <p15:clr>
            <a:srgbClr val="FBAE40"/>
          </p15:clr>
        </p15:guide>
        <p15:guide id="11" pos="5065">
          <p15:clr>
            <a:srgbClr val="FBAE40"/>
          </p15:clr>
        </p15:guide>
        <p15:guide id="12" pos="5972">
          <p15:clr>
            <a:srgbClr val="FBAE40"/>
          </p15:clr>
        </p15:guide>
        <p15:guide id="13" pos="6176">
          <p15:clr>
            <a:srgbClr val="FBAE40"/>
          </p15:clr>
        </p15:guide>
        <p15:guide id="14" orient="horz" pos="1003">
          <p15:clr>
            <a:srgbClr val="9FCC3B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6769100" cy="45370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BDDAC130-B6AD-4A62-99FE-9EE8341CA1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40688" y="1700212"/>
            <a:ext cx="3240087" cy="442912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10229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953">
          <p15:clr>
            <a:srgbClr val="FBAE40"/>
          </p15:clr>
        </p15:guide>
        <p15:guide id="10" pos="2842">
          <p15:clr>
            <a:srgbClr val="FBAE40"/>
          </p15:clr>
        </p15:guide>
        <p15:guide id="11" pos="2638">
          <p15:clr>
            <a:srgbClr val="FBAE40"/>
          </p15:clr>
        </p15:guide>
        <p15:guide id="12" pos="1731">
          <p15:clr>
            <a:srgbClr val="FBAE40"/>
          </p15:clr>
        </p15:guide>
        <p15:guide id="13" pos="1527">
          <p15:clr>
            <a:srgbClr val="FBAE40"/>
          </p15:clr>
        </p15:guide>
        <p15:guide id="14" pos="4861">
          <p15:clr>
            <a:srgbClr val="FBAE40"/>
          </p15:clr>
        </p15:guide>
        <p15:guide id="15" pos="5065">
          <p15:clr>
            <a:srgbClr val="FBAE40"/>
          </p15:clr>
        </p15:guide>
        <p15:guide id="16" pos="5972">
          <p15:clr>
            <a:srgbClr val="FBAE40"/>
          </p15:clr>
        </p15:guide>
        <p15:guide id="17" pos="617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Bi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5003800" cy="45370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BDDAC130-B6AD-4A62-99FE-9EE8341CA1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6976" y="1700212"/>
            <a:ext cx="5003800" cy="442912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8005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953">
          <p15:clr>
            <a:srgbClr val="FBAE40"/>
          </p15:clr>
        </p15:guide>
        <p15:guide id="10" pos="2842">
          <p15:clr>
            <a:srgbClr val="FBAE40"/>
          </p15:clr>
        </p15:guide>
        <p15:guide id="11" pos="2638">
          <p15:clr>
            <a:srgbClr val="FBAE40"/>
          </p15:clr>
        </p15:guide>
        <p15:guide id="12" pos="1731">
          <p15:clr>
            <a:srgbClr val="FBAE40"/>
          </p15:clr>
        </p15:guide>
        <p15:guide id="13" pos="1527">
          <p15:clr>
            <a:srgbClr val="FBAE40"/>
          </p15:clr>
        </p15:guide>
        <p15:guide id="14" pos="4861">
          <p15:clr>
            <a:srgbClr val="FBAE40"/>
          </p15:clr>
        </p15:guide>
        <p15:guide id="15" pos="5065">
          <p15:clr>
            <a:srgbClr val="FBAE40"/>
          </p15:clr>
        </p15:guide>
        <p15:guide id="16" pos="5972">
          <p15:clr>
            <a:srgbClr val="FBAE40"/>
          </p15:clr>
        </p15:guide>
        <p15:guide id="17" pos="617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Bil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737" y="306000"/>
            <a:ext cx="5003801" cy="43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9" y="728663"/>
            <a:ext cx="5003800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5003800" cy="45370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BDDAC130-B6AD-4A62-99FE-9EE8341CA1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6976" y="0"/>
            <a:ext cx="5915024" cy="641667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695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953">
          <p15:clr>
            <a:srgbClr val="FBAE40"/>
          </p15:clr>
        </p15:guide>
        <p15:guide id="10" pos="2842">
          <p15:clr>
            <a:srgbClr val="FBAE40"/>
          </p15:clr>
        </p15:guide>
        <p15:guide id="11" pos="2638">
          <p15:clr>
            <a:srgbClr val="FBAE40"/>
          </p15:clr>
        </p15:guide>
        <p15:guide id="12" pos="1731">
          <p15:clr>
            <a:srgbClr val="FBAE40"/>
          </p15:clr>
        </p15:guide>
        <p15:guide id="13" pos="1527">
          <p15:clr>
            <a:srgbClr val="FBAE40"/>
          </p15:clr>
        </p15:guide>
        <p15:guide id="14" pos="4861">
          <p15:clr>
            <a:srgbClr val="FBAE40"/>
          </p15:clr>
        </p15:guide>
        <p15:guide id="15" pos="5065">
          <p15:clr>
            <a:srgbClr val="FBAE40"/>
          </p15:clr>
        </p15:guide>
        <p15:guide id="16" pos="5972">
          <p15:clr>
            <a:srgbClr val="FBAE40"/>
          </p15:clr>
        </p15:guide>
        <p15:guide id="17" pos="617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BDDAC130-B6AD-4A62-99FE-9EE8341CA1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6976" y="1700212"/>
            <a:ext cx="5003800" cy="442912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51A84F9D-26FA-4734-B9E4-2425282BDE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47738" y="1700212"/>
            <a:ext cx="5003800" cy="442912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86334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953">
          <p15:clr>
            <a:srgbClr val="FBAE40"/>
          </p15:clr>
        </p15:guide>
        <p15:guide id="10" pos="2842">
          <p15:clr>
            <a:srgbClr val="FBAE40"/>
          </p15:clr>
        </p15:guide>
        <p15:guide id="11" pos="2638">
          <p15:clr>
            <a:srgbClr val="FBAE40"/>
          </p15:clr>
        </p15:guide>
        <p15:guide id="12" pos="1731">
          <p15:clr>
            <a:srgbClr val="FBAE40"/>
          </p15:clr>
        </p15:guide>
        <p15:guide id="13" pos="1527">
          <p15:clr>
            <a:srgbClr val="FBAE40"/>
          </p15:clr>
        </p15:guide>
        <p15:guide id="14" pos="4861">
          <p15:clr>
            <a:srgbClr val="FBAE40"/>
          </p15:clr>
        </p15:guide>
        <p15:guide id="15" pos="5065">
          <p15:clr>
            <a:srgbClr val="FBAE40"/>
          </p15:clr>
        </p15:guide>
        <p15:guide id="16" pos="5972">
          <p15:clr>
            <a:srgbClr val="FBAE40"/>
          </p15:clr>
        </p15:guide>
        <p15:guide id="17" pos="617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BDDAC130-B6AD-4A62-99FE-9EE8341CA1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47738" y="1700212"/>
            <a:ext cx="10333038" cy="442912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38220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953">
          <p15:clr>
            <a:srgbClr val="FBAE40"/>
          </p15:clr>
        </p15:guide>
        <p15:guide id="10" pos="2842">
          <p15:clr>
            <a:srgbClr val="FBAE40"/>
          </p15:clr>
        </p15:guide>
        <p15:guide id="11" pos="2638">
          <p15:clr>
            <a:srgbClr val="FBAE40"/>
          </p15:clr>
        </p15:guide>
        <p15:guide id="12" pos="1731">
          <p15:clr>
            <a:srgbClr val="FBAE40"/>
          </p15:clr>
        </p15:guide>
        <p15:guide id="13" pos="1527">
          <p15:clr>
            <a:srgbClr val="FBAE40"/>
          </p15:clr>
        </p15:guide>
        <p15:guide id="14" pos="4861">
          <p15:clr>
            <a:srgbClr val="FBAE40"/>
          </p15:clr>
        </p15:guide>
        <p15:guide id="15" pos="5065">
          <p15:clr>
            <a:srgbClr val="FBAE40"/>
          </p15:clr>
        </p15:guide>
        <p15:guide id="16" pos="5972">
          <p15:clr>
            <a:srgbClr val="FBAE40"/>
          </p15:clr>
        </p15:guide>
        <p15:guide id="17" pos="617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BDDAC130-B6AD-4A62-99FE-9EE8341CA1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700212"/>
            <a:ext cx="12192000" cy="4716463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56795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4" pos="778">
          <p15:clr>
            <a:srgbClr val="9FCC3B"/>
          </p15:clr>
        </p15:guide>
        <p15:guide id="5" pos="869">
          <p15:clr>
            <a:srgbClr val="9FCC3B"/>
          </p15:clr>
        </p15:guide>
        <p15:guide id="6" pos="1050">
          <p15:clr>
            <a:srgbClr val="9FCC3B"/>
          </p15:clr>
        </p15:guide>
        <p15:guide id="7" pos="1141">
          <p15:clr>
            <a:srgbClr val="9FCC3B"/>
          </p15:clr>
        </p15:guide>
        <p15:guide id="8" pos="3749">
          <p15:clr>
            <a:srgbClr val="FBAE40"/>
          </p15:clr>
        </p15:guide>
        <p15:guide id="9" pos="3953">
          <p15:clr>
            <a:srgbClr val="FBAE40"/>
          </p15:clr>
        </p15:guide>
        <p15:guide id="10" pos="2842">
          <p15:clr>
            <a:srgbClr val="FBAE40"/>
          </p15:clr>
        </p15:guide>
        <p15:guide id="11" pos="2638">
          <p15:clr>
            <a:srgbClr val="FBAE40"/>
          </p15:clr>
        </p15:guide>
        <p15:guide id="12" pos="1731">
          <p15:clr>
            <a:srgbClr val="FBAE40"/>
          </p15:clr>
        </p15:guide>
        <p15:guide id="13" pos="1527">
          <p15:clr>
            <a:srgbClr val="FBAE40"/>
          </p15:clr>
        </p15:guide>
        <p15:guide id="14" pos="4861">
          <p15:clr>
            <a:srgbClr val="FBAE40"/>
          </p15:clr>
        </p15:guide>
        <p15:guide id="15" pos="5065">
          <p15:clr>
            <a:srgbClr val="FBAE40"/>
          </p15:clr>
        </p15:guide>
        <p15:guide id="16" pos="5972">
          <p15:clr>
            <a:srgbClr val="FBAE40"/>
          </p15:clr>
        </p15:guide>
        <p15:guide id="17" pos="617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5">
            <a:extLst>
              <a:ext uri="{FF2B5EF4-FFF2-40B4-BE49-F238E27FC236}">
                <a16:creationId xmlns:a16="http://schemas.microsoft.com/office/drawing/2014/main" id="{1CE32EB3-BB4F-4253-8B37-E5C687C818A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41667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81290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Medienplatzhalter 3">
            <a:extLst>
              <a:ext uri="{FF2B5EF4-FFF2-40B4-BE49-F238E27FC236}">
                <a16:creationId xmlns:a16="http://schemas.microsoft.com/office/drawing/2014/main" id="{57DEFB8E-07BA-4EF8-82BC-173AA10FAEBF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947738" y="1700213"/>
            <a:ext cx="7869600" cy="442912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Mediaclip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09944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953">
          <p15:clr>
            <a:srgbClr val="FBAE40"/>
          </p15:clr>
        </p15:guide>
        <p15:guide id="10" pos="2842">
          <p15:clr>
            <a:srgbClr val="FBAE40"/>
          </p15:clr>
        </p15:guide>
        <p15:guide id="11" pos="2638">
          <p15:clr>
            <a:srgbClr val="FBAE40"/>
          </p15:clr>
        </p15:guide>
        <p15:guide id="12" pos="1731">
          <p15:clr>
            <a:srgbClr val="FBAE40"/>
          </p15:clr>
        </p15:guide>
        <p15:guide id="13" pos="1527">
          <p15:clr>
            <a:srgbClr val="FBAE40"/>
          </p15:clr>
        </p15:guide>
        <p15:guide id="14" pos="4861">
          <p15:clr>
            <a:srgbClr val="FBAE40"/>
          </p15:clr>
        </p15:guide>
        <p15:guide id="15" pos="5065">
          <p15:clr>
            <a:srgbClr val="FBAE40"/>
          </p15:clr>
        </p15:guide>
        <p15:guide id="16" pos="5972">
          <p15:clr>
            <a:srgbClr val="FBAE40"/>
          </p15:clr>
        </p15:guide>
        <p15:guide id="17" pos="617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enplatzhalter 2">
            <a:extLst>
              <a:ext uri="{FF2B5EF4-FFF2-40B4-BE49-F238E27FC236}">
                <a16:creationId xmlns:a16="http://schemas.microsoft.com/office/drawing/2014/main" id="{0A6C1E43-01EB-449D-B1E0-447A8B62E34B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Mediaclip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11443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5">
            <a:extLst>
              <a:ext uri="{FF2B5EF4-FFF2-40B4-BE49-F238E27FC236}">
                <a16:creationId xmlns:a16="http://schemas.microsoft.com/office/drawing/2014/main" id="{42B54F9B-D3FF-4A8D-866A-284136B869A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416675"/>
          </a:xfrm>
          <a:solidFill>
            <a:srgbClr val="0F05A0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CH"/>
              <a:t>Farbfläche oder Bild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F5C175-5CDD-4119-8E88-D19A21B9E10B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910799" y="800100"/>
            <a:ext cx="10369975" cy="3704167"/>
          </a:xfrm>
        </p:spPr>
        <p:txBody>
          <a:bodyPr anchor="t" anchorCtr="0"/>
          <a:lstStyle>
            <a:lvl1pPr algn="l" defTabSz="1332000">
              <a:lnSpc>
                <a:spcPct val="85000"/>
              </a:lnSpc>
              <a:tabLst>
                <a:tab pos="1332000" algn="l"/>
              </a:tabLst>
              <a:defRPr sz="520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168BAA1B-37B6-9B45-9EFD-D6B13A92724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white">
          <a:xfrm>
            <a:off x="947737" y="4648200"/>
            <a:ext cx="10333037" cy="1481138"/>
          </a:xfrm>
        </p:spPr>
        <p:txBody>
          <a:bodyPr anchor="b" anchorCtr="0"/>
          <a:lstStyle>
            <a:lvl1pPr marL="0" indent="0" algn="l">
              <a:lnSpc>
                <a:spcPct val="100000"/>
              </a:lnSpc>
              <a:buNone/>
              <a:defRPr sz="24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55037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504">
          <p15:clr>
            <a:srgbClr val="9FCC3B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8s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E6DDF3-5C05-48D7-B14F-C1A55FED1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38" y="1592463"/>
            <a:ext cx="10333038" cy="45368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36150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114">
          <p15:clr>
            <a:srgbClr val="FBAE40"/>
          </p15:clr>
        </p15:guide>
        <p15:guide id="10" pos="2910">
          <p15:clr>
            <a:srgbClr val="FBAE40"/>
          </p15:clr>
        </p15:guide>
        <p15:guide id="11" pos="2275">
          <p15:clr>
            <a:srgbClr val="FBAE40"/>
          </p15:clr>
        </p15:guide>
        <p15:guide id="12" pos="2071">
          <p15:clr>
            <a:srgbClr val="FBAE40"/>
          </p15:clr>
        </p15:guide>
        <p15:guide id="13" pos="1436">
          <p15:clr>
            <a:srgbClr val="FBAE40"/>
          </p15:clr>
        </p15:guide>
        <p15:guide id="14" pos="1232">
          <p15:clr>
            <a:srgbClr val="FBAE40"/>
          </p15:clr>
        </p15:guide>
        <p15:guide id="15" pos="3953">
          <p15:clr>
            <a:srgbClr val="FBAE40"/>
          </p15:clr>
        </p15:guide>
        <p15:guide id="16" pos="4588">
          <p15:clr>
            <a:srgbClr val="FBAE40"/>
          </p15:clr>
        </p15:guide>
        <p15:guide id="17" pos="4793">
          <p15:clr>
            <a:srgbClr val="FBAE40"/>
          </p15:clr>
        </p15:guide>
        <p15:guide id="18" pos="5428">
          <p15:clr>
            <a:srgbClr val="FBAE40"/>
          </p15:clr>
        </p15:guide>
        <p15:guide id="19" pos="5632">
          <p15:clr>
            <a:srgbClr val="FBAE40"/>
          </p15:clr>
        </p15:guide>
        <p15:guide id="20" pos="6267">
          <p15:clr>
            <a:srgbClr val="FBAE40"/>
          </p15:clr>
        </p15:guide>
        <p15:guide id="21" pos="647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E6DDF3-5C05-48D7-B14F-C1A55FED1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38" y="1592463"/>
            <a:ext cx="5003800" cy="45368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178CFEF-9A98-4E48-B329-10113FDFE43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76975" y="1583326"/>
            <a:ext cx="5003800" cy="45368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37204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114">
          <p15:clr>
            <a:srgbClr val="FBAE40"/>
          </p15:clr>
        </p15:guide>
        <p15:guide id="10" pos="2910">
          <p15:clr>
            <a:srgbClr val="FBAE40"/>
          </p15:clr>
        </p15:guide>
        <p15:guide id="11" pos="2275">
          <p15:clr>
            <a:srgbClr val="FBAE40"/>
          </p15:clr>
        </p15:guide>
        <p15:guide id="12" pos="2071">
          <p15:clr>
            <a:srgbClr val="FBAE40"/>
          </p15:clr>
        </p15:guide>
        <p15:guide id="13" pos="1436">
          <p15:clr>
            <a:srgbClr val="FBAE40"/>
          </p15:clr>
        </p15:guide>
        <p15:guide id="14" pos="1232">
          <p15:clr>
            <a:srgbClr val="FBAE40"/>
          </p15:clr>
        </p15:guide>
        <p15:guide id="15" pos="3953">
          <p15:clr>
            <a:srgbClr val="FBAE40"/>
          </p15:clr>
        </p15:guide>
        <p15:guide id="16" pos="4588">
          <p15:clr>
            <a:srgbClr val="FBAE40"/>
          </p15:clr>
        </p15:guide>
        <p15:guide id="17" pos="4793">
          <p15:clr>
            <a:srgbClr val="FBAE40"/>
          </p15:clr>
        </p15:guide>
        <p15:guide id="18" pos="5428">
          <p15:clr>
            <a:srgbClr val="FBAE40"/>
          </p15:clr>
        </p15:guide>
        <p15:guide id="19" pos="5632">
          <p15:clr>
            <a:srgbClr val="FBAE40"/>
          </p15:clr>
        </p15:guide>
        <p15:guide id="20" pos="6267">
          <p15:clr>
            <a:srgbClr val="FBAE40"/>
          </p15:clr>
        </p15:guide>
        <p15:guide id="21" pos="647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hidden="1">
            <a:extLst>
              <a:ext uri="{FF2B5EF4-FFF2-40B4-BE49-F238E27FC236}">
                <a16:creationId xmlns:a16="http://schemas.microsoft.com/office/drawing/2014/main" id="{42CEBD77-C487-4377-B0D0-3CD0AA856C0F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" y="0"/>
            <a:ext cx="12190614" cy="6858000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BB907FC-8EEA-4706-98EB-1F20D0D83E2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47737" y="306000"/>
            <a:ext cx="10333038" cy="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/>
              <a:t>
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CB51EB-182E-4020-8D86-3EF8848E6CB1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947738" y="1592263"/>
            <a:ext cx="10333038" cy="4537075"/>
          </a:xfrm>
          <a:prstGeom prst="rect">
            <a:avLst/>
          </a:prstGeom>
          <a:noFill/>
        </p:spPr>
        <p:txBody>
          <a:bodyPr vert="horz" lIns="0" tIns="10800" rIns="0" bIns="0" rtlCol="0">
            <a:noAutofit/>
          </a:bodyPr>
          <a:lstStyle/>
          <a:p>
            <a:pPr lvl="0"/>
            <a:r>
              <a:rPr lang="de-CH"/>
              <a:t>Mastertextformat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  <a:p>
            <a:pPr lvl="5"/>
            <a:r>
              <a:rPr lang="de-CH"/>
              <a:t>Sechste Ebene</a:t>
            </a:r>
          </a:p>
          <a:p>
            <a:pPr lvl="6"/>
            <a:r>
              <a:rPr lang="de-CH"/>
              <a:t>Siebte Ebene</a:t>
            </a:r>
          </a:p>
        </p:txBody>
      </p:sp>
      <p:sp>
        <p:nvSpPr>
          <p:cNvPr id="8" name="Rectangle 43">
            <a:extLst>
              <a:ext uri="{FF2B5EF4-FFF2-40B4-BE49-F238E27FC236}">
                <a16:creationId xmlns:a16="http://schemas.microsoft.com/office/drawing/2014/main" id="{9A389DF1-F8C5-44D7-A997-EF60E66EAB7B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3611563" y="6502711"/>
            <a:ext cx="6336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/>
          <a:lstStyle/>
          <a:p>
            <a:pPr eaLnBrk="0" hangingPunct="0">
              <a:lnSpc>
                <a:spcPts val="1050"/>
              </a:lnSpc>
              <a:spcAft>
                <a:spcPct val="0"/>
              </a:spcAft>
            </a:pPr>
            <a:r>
              <a:rPr lang="de-CH" sz="900" dirty="0"/>
              <a:t>Von OGD zu LOD</a:t>
            </a:r>
            <a:endParaRPr lang="de-CH" sz="850" dirty="0"/>
          </a:p>
          <a:p>
            <a:pPr eaLnBrk="0" hangingPunct="0">
              <a:lnSpc>
                <a:spcPts val="1050"/>
              </a:lnSpc>
              <a:spcAft>
                <a:spcPct val="0"/>
              </a:spcAft>
            </a:pPr>
            <a:r>
              <a:rPr lang="de-CH" sz="850" dirty="0"/>
              <a:t>Jonas Bieri, Thomas Kurz, Rolf Schenker</a:t>
            </a:r>
          </a:p>
        </p:txBody>
      </p:sp>
      <p:sp>
        <p:nvSpPr>
          <p:cNvPr id="9" name="Rectangle 58">
            <a:extLst>
              <a:ext uri="{FF2B5EF4-FFF2-40B4-BE49-F238E27FC236}">
                <a16:creationId xmlns:a16="http://schemas.microsoft.com/office/drawing/2014/main" id="{CC80AC5F-917E-4DA9-940C-46B58FF9AC0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947737" y="6502711"/>
            <a:ext cx="230293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/>
          <a:lstStyle/>
          <a:p>
            <a:pPr eaLnBrk="0" hangingPunct="0">
              <a:lnSpc>
                <a:spcPts val="1050"/>
              </a:lnSpc>
              <a:spcAft>
                <a:spcPct val="0"/>
              </a:spcAft>
            </a:pPr>
            <a:r>
              <a:rPr lang="de-CH" sz="850" dirty="0"/>
              <a:t>Stadt Zürich, Kanton Basel-Stadt, </a:t>
            </a:r>
            <a:r>
              <a:rPr lang="de-CH" sz="850" dirty="0" err="1"/>
              <a:t>Redlink</a:t>
            </a:r>
            <a:endParaRPr lang="de-CH" sz="850" dirty="0"/>
          </a:p>
        </p:txBody>
      </p:sp>
      <p:sp>
        <p:nvSpPr>
          <p:cNvPr id="16" name="Rectangle 43">
            <a:extLst>
              <a:ext uri="{FF2B5EF4-FFF2-40B4-BE49-F238E27FC236}">
                <a16:creationId xmlns:a16="http://schemas.microsoft.com/office/drawing/2014/main" id="{E5D50454-0222-4583-B1F0-D04F419D04FB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0272776" y="6502711"/>
            <a:ext cx="1008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/>
          <a:lstStyle/>
          <a:p>
            <a:pPr algn="r" eaLnBrk="0" hangingPunct="0">
              <a:lnSpc>
                <a:spcPts val="1050"/>
              </a:lnSpc>
              <a:spcAft>
                <a:spcPct val="0"/>
              </a:spcAft>
            </a:pPr>
            <a:r>
              <a:rPr lang="de-CH" sz="850" dirty="0"/>
              <a:t>25.08.2026</a:t>
            </a:r>
          </a:p>
          <a:p>
            <a:pPr algn="r" eaLnBrk="0" hangingPunct="0">
              <a:lnSpc>
                <a:spcPts val="1050"/>
              </a:lnSpc>
              <a:spcAft>
                <a:spcPct val="0"/>
              </a:spcAft>
            </a:pPr>
            <a:r>
              <a:rPr lang="de-CH" sz="850" dirty="0"/>
              <a:t>Seite </a:t>
            </a:r>
            <a:fld id="{0ACF19B7-587E-466D-97F4-48E4496BA4E6}" type="slidenum">
              <a:rPr lang="de-CH" sz="850"/>
              <a:pPr algn="r" eaLnBrk="0" hangingPunct="0">
                <a:lnSpc>
                  <a:spcPts val="1050"/>
                </a:lnSpc>
                <a:spcAft>
                  <a:spcPct val="0"/>
                </a:spcAft>
              </a:pPr>
              <a:t>‹Nr.›</a:t>
            </a:fld>
            <a:endParaRPr lang="de-CH" sz="850" dirty="0"/>
          </a:p>
        </p:txBody>
      </p:sp>
    </p:spTree>
    <p:extLst>
      <p:ext uri="{BB962C8B-B14F-4D97-AF65-F5344CB8AC3E}">
        <p14:creationId xmlns:p14="http://schemas.microsoft.com/office/powerpoint/2010/main" val="1803718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hdr="0" ftr="0" dt="0"/>
  <p:txStyles>
    <p:titleStyle>
      <a:lvl1pPr algn="l" defTabSz="914400" rtl="0" eaLnBrk="1" latinLnBrk="0" hangingPunct="1">
        <a:lnSpc>
          <a:spcPct val="113000"/>
        </a:lnSpc>
        <a:spcBef>
          <a:spcPct val="0"/>
        </a:spcBef>
        <a:buNone/>
        <a:defRPr sz="2400" kern="1200" baseline="0">
          <a:solidFill>
            <a:srgbClr val="000000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88000" indent="-288000" algn="l" defTabSz="1332000" rtl="0" eaLnBrk="1" latinLnBrk="0" hangingPunct="1">
        <a:lnSpc>
          <a:spcPct val="113000"/>
        </a:lnSpc>
        <a:spcBef>
          <a:spcPts val="0"/>
        </a:spcBef>
        <a:buClrTx/>
        <a:buFont typeface="Arial" panose="020B0604020202020204" pitchFamily="34" charset="0"/>
        <a:buChar char="–"/>
        <a:defRPr sz="2400" kern="1200" baseline="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2000" indent="-432000" algn="l" defTabSz="1332000" rtl="0" eaLnBrk="1" latinLnBrk="0" hangingPunct="1">
        <a:lnSpc>
          <a:spcPct val="113000"/>
        </a:lnSpc>
        <a:spcBef>
          <a:spcPts val="0"/>
        </a:spcBef>
        <a:buFont typeface="+mj-lt"/>
        <a:buAutoNum type="arabicPeriod"/>
        <a:defRPr sz="2400" kern="1200" baseline="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0" indent="0" algn="l" defTabSz="1332000" rtl="0" eaLnBrk="1" latinLnBrk="0" hangingPunct="1">
        <a:lnSpc>
          <a:spcPct val="113000"/>
        </a:lnSpc>
        <a:spcBef>
          <a:spcPts val="0"/>
        </a:spcBef>
        <a:buFont typeface="Arial" panose="020B0604020202020204" pitchFamily="34" charset="0"/>
        <a:buNone/>
        <a:defRPr sz="2400" kern="1200" baseline="0">
          <a:solidFill>
            <a:srgbClr val="000000"/>
          </a:solidFill>
          <a:latin typeface="Arial Black" panose="020B0A04020102020204" pitchFamily="34" charset="0"/>
          <a:ea typeface="+mn-ea"/>
          <a:cs typeface="Arial" panose="020B0604020202020204" pitchFamily="34" charset="0"/>
        </a:defRPr>
      </a:lvl3pPr>
      <a:lvl4pPr marL="432000" indent="-432000" algn="l" defTabSz="1332000" rtl="0" eaLnBrk="1" latinLnBrk="0" hangingPunct="1">
        <a:lnSpc>
          <a:spcPct val="113000"/>
        </a:lnSpc>
        <a:spcBef>
          <a:spcPts val="0"/>
        </a:spcBef>
        <a:buFont typeface="+mj-lt"/>
        <a:buAutoNum type="arabicPeriod"/>
        <a:defRPr sz="2400" kern="1200" baseline="0">
          <a:solidFill>
            <a:srgbClr val="000000"/>
          </a:solidFill>
          <a:latin typeface="Arial Black" panose="020B0A04020102020204" pitchFamily="34" charset="0"/>
          <a:ea typeface="+mn-ea"/>
          <a:cs typeface="Arial" panose="020B0604020202020204" pitchFamily="34" charset="0"/>
        </a:defRPr>
      </a:lvl4pPr>
      <a:lvl5pPr marL="576000" indent="-288000" algn="l" defTabSz="1332000" rtl="0" eaLnBrk="1" latinLnBrk="0" hangingPunct="1">
        <a:lnSpc>
          <a:spcPct val="113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720000" indent="-288000" algn="l" defTabSz="1332000" rtl="0" eaLnBrk="1" latinLnBrk="0" hangingPunct="1">
        <a:lnSpc>
          <a:spcPct val="113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1080000" indent="-648000" algn="l" defTabSz="1332000" rtl="0" eaLnBrk="1" latinLnBrk="0" hangingPunct="1">
        <a:lnSpc>
          <a:spcPct val="113000"/>
        </a:lnSpc>
        <a:spcBef>
          <a:spcPts val="0"/>
        </a:spcBef>
        <a:buFont typeface="Arial" panose="020B0604020202020204" pitchFamily="34" charset="0"/>
        <a:buNone/>
        <a:tabLst>
          <a:tab pos="648000" algn="l"/>
        </a:tabLst>
        <a:defRPr sz="2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0" indent="0" algn="l" defTabSz="1332000" rtl="0" eaLnBrk="1" latinLnBrk="0" hangingPunct="1">
        <a:lnSpc>
          <a:spcPct val="113000"/>
        </a:lnSpc>
        <a:spcBef>
          <a:spcPts val="0"/>
        </a:spcBef>
        <a:buFontTx/>
        <a:buNone/>
        <a:defRPr sz="2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0" indent="0" algn="l" defTabSz="1332000" rtl="0" eaLnBrk="1" latinLnBrk="0" hangingPunct="1">
        <a:lnSpc>
          <a:spcPct val="113000"/>
        </a:lnSpc>
        <a:spcBef>
          <a:spcPts val="0"/>
        </a:spcBef>
        <a:buFont typeface="+mj-lt"/>
        <a:buNone/>
        <a:defRPr sz="2000" kern="1200">
          <a:solidFill>
            <a:srgbClr val="000000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97">
          <p15:clr>
            <a:srgbClr val="C35EA4"/>
          </p15:clr>
        </p15:guide>
        <p15:guide id="3" orient="horz" pos="255">
          <p15:clr>
            <a:srgbClr val="C35EA4"/>
          </p15:clr>
        </p15:guide>
        <p15:guide id="5" orient="horz" pos="3861">
          <p15:clr>
            <a:srgbClr val="C35EA4"/>
          </p15:clr>
        </p15:guide>
        <p15:guide id="10" orient="horz" pos="527">
          <p15:clr>
            <a:srgbClr val="C35EA4"/>
          </p15:clr>
        </p15:guide>
        <p15:guide id="26" pos="7106">
          <p15:clr>
            <a:srgbClr val="C35EA4"/>
          </p15:clr>
        </p15:guide>
        <p15:guide id="34" orient="horz" pos="1071">
          <p15:clr>
            <a:srgbClr val="C35EA4"/>
          </p15:clr>
        </p15:guide>
        <p15:guide id="38" orient="horz" pos="4088">
          <p15:clr>
            <a:srgbClr val="C35EA4"/>
          </p15:clr>
        </p15:guide>
        <p15:guide id="39" orient="horz" pos="4042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dplatzhalter 16" descr="Ein Bild, das draußen, Gebäude, Stadt, groß enthält.&#10;&#10;Automatisch generierte Beschreibung">
            <a:extLst>
              <a:ext uri="{FF2B5EF4-FFF2-40B4-BE49-F238E27FC236}">
                <a16:creationId xmlns:a16="http://schemas.microsoft.com/office/drawing/2014/main" id="{57F52CFC-9A37-4C16-B6D9-92472FF9B39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6" b="6106"/>
          <a:stretch>
            <a:fillRect/>
          </a:stretch>
        </p:blipFill>
        <p:spPr/>
      </p:pic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EE5AF5F-97C3-4AF8-A982-1A714D69DB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solidFill>
            <a:schemeClr val="accent2"/>
          </a:solidFill>
        </p:spPr>
        <p:txBody>
          <a:bodyPr/>
          <a:lstStyle/>
          <a:p>
            <a:endParaRPr lang="de-CH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4D6BE4A-5D32-4BC9-BB48-865031A0AE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>
                <a:solidFill>
                  <a:schemeClr val="bg1"/>
                </a:solidFill>
              </a:rPr>
              <a:t>Von OGD zu LOD</a:t>
            </a:r>
            <a:br>
              <a:rPr lang="de-CH" dirty="0">
                <a:solidFill>
                  <a:schemeClr val="bg1"/>
                </a:solidFill>
              </a:rPr>
            </a:br>
            <a:br>
              <a:rPr lang="de-CH" dirty="0">
                <a:solidFill>
                  <a:schemeClr val="bg1"/>
                </a:solidFill>
              </a:rPr>
            </a:br>
            <a:r>
              <a:rPr lang="de-CH" sz="3600" dirty="0">
                <a:solidFill>
                  <a:schemeClr val="bg1"/>
                </a:solidFill>
                <a:latin typeface="+mn-lt"/>
              </a:rPr>
              <a:t>Mit KI zu hochwertigen </a:t>
            </a:r>
            <a:br>
              <a:rPr lang="de-CH" sz="3600" dirty="0">
                <a:solidFill>
                  <a:schemeClr val="bg1"/>
                </a:solidFill>
                <a:latin typeface="+mn-lt"/>
              </a:rPr>
            </a:br>
            <a:r>
              <a:rPr lang="de-CH" sz="3600" dirty="0">
                <a:solidFill>
                  <a:schemeClr val="bg1"/>
                </a:solidFill>
                <a:latin typeface="+mn-lt"/>
              </a:rPr>
              <a:t>Linked Open Data für die Statistik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9356CB0C-5D47-49D3-AE55-9945F4E99C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>
                <a:solidFill>
                  <a:schemeClr val="bg1"/>
                </a:solidFill>
              </a:rPr>
              <a:t>Rorschach, 25.08.2026</a:t>
            </a:r>
          </a:p>
          <a:p>
            <a:r>
              <a:rPr lang="de-CH" dirty="0">
                <a:solidFill>
                  <a:schemeClr val="bg1"/>
                </a:solidFill>
              </a:rPr>
              <a:t>Jonas Bieri, Thomas Kurz, Rolf Schenker</a:t>
            </a:r>
          </a:p>
        </p:txBody>
      </p:sp>
    </p:spTree>
    <p:extLst>
      <p:ext uri="{BB962C8B-B14F-4D97-AF65-F5344CB8AC3E}">
        <p14:creationId xmlns:p14="http://schemas.microsoft.com/office/powerpoint/2010/main" val="1681523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47C9728-2E63-12E9-6FCB-A6DC48C9A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Agenda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CF006F3-E8F7-E357-B5C1-92F8D8B58D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CH" dirty="0"/>
              <a:t>Maschinen als neue Hauptkonsumenten</a:t>
            </a:r>
          </a:p>
          <a:p>
            <a:r>
              <a:rPr lang="de-CH" dirty="0"/>
              <a:t>Problem </a:t>
            </a:r>
          </a:p>
          <a:p>
            <a:r>
              <a:rPr lang="de-CH" dirty="0"/>
              <a:t>LOD schliesst genau diese Lücke</a:t>
            </a:r>
          </a:p>
          <a:p>
            <a:r>
              <a:rPr lang="de-CH" dirty="0"/>
              <a:t>Aber ist RDF nicht </a:t>
            </a:r>
            <a:r>
              <a:rPr lang="de-CH" dirty="0" err="1"/>
              <a:t>mega</a:t>
            </a:r>
            <a:r>
              <a:rPr lang="de-CH" dirty="0"/>
              <a:t> aufwändig?</a:t>
            </a:r>
          </a:p>
          <a:p>
            <a:r>
              <a:rPr lang="de-CH" dirty="0"/>
              <a:t>Der KI-gestützte Prozess</a:t>
            </a:r>
          </a:p>
          <a:p>
            <a:r>
              <a:rPr lang="de-CH" dirty="0"/>
              <a:t>Was dadurch möglich wird: </a:t>
            </a:r>
            <a:r>
              <a:rPr lang="de-CH" dirty="0" err="1"/>
              <a:t>MeLODy</a:t>
            </a:r>
            <a:endParaRPr lang="de-CH" dirty="0"/>
          </a:p>
          <a:p>
            <a:r>
              <a:rPr lang="de-CH" dirty="0"/>
              <a:t>Was offen bleibt</a:t>
            </a:r>
          </a:p>
          <a:p>
            <a:r>
              <a:rPr lang="de-CH" dirty="0"/>
              <a:t>Fazit </a:t>
            </a:r>
          </a:p>
        </p:txBody>
      </p:sp>
    </p:spTree>
    <p:extLst>
      <p:ext uri="{BB962C8B-B14F-4D97-AF65-F5344CB8AC3E}">
        <p14:creationId xmlns:p14="http://schemas.microsoft.com/office/powerpoint/2010/main" val="3649961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1A147306-2CBE-0367-F10E-70AAB54715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solidFill>
            <a:schemeClr val="accent2"/>
          </a:solidFill>
        </p:spPr>
        <p:txBody>
          <a:bodyPr/>
          <a:lstStyle/>
          <a:p>
            <a:endParaRPr lang="de-CH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B1443BE-E2E7-22A7-A48E-A668E731FC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Maschinen als neue Hauptkonsumenten</a:t>
            </a:r>
            <a:br>
              <a:rPr lang="de-CH" dirty="0"/>
            </a:b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46662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780405F-9E94-4B47-929B-FE8E4BB3A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Maschinen als neue Hauptkonsumenten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A710883-0E81-4AE5-8017-99DFB84504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8549BEE-A2D0-42BC-8FBC-53AA3A9A58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10333036" cy="4537075"/>
          </a:xfrm>
        </p:spPr>
        <p:txBody>
          <a:bodyPr/>
          <a:lstStyle/>
          <a:p>
            <a:pPr marL="0" indent="0">
              <a:buNone/>
            </a:pPr>
            <a:r>
              <a:rPr lang="de-CH" dirty="0"/>
              <a:t>Schrift 24 </a:t>
            </a:r>
            <a:r>
              <a:rPr lang="de-CH" dirty="0" err="1"/>
              <a:t>pt</a:t>
            </a:r>
            <a:r>
              <a:rPr lang="de-CH" dirty="0"/>
              <a:t> – Hinter den Wortbergen, fern der Länder </a:t>
            </a:r>
            <a:r>
              <a:rPr lang="de-CH" dirty="0" err="1"/>
              <a:t>Vokalien</a:t>
            </a:r>
            <a:r>
              <a:rPr lang="de-CH" dirty="0"/>
              <a:t> und </a:t>
            </a:r>
            <a:r>
              <a:rPr lang="de-CH" dirty="0" err="1"/>
              <a:t>Konsonantien</a:t>
            </a:r>
            <a:r>
              <a:rPr lang="de-CH" dirty="0"/>
              <a:t> leben die Blindtexte.</a:t>
            </a:r>
          </a:p>
          <a:p>
            <a:pPr marL="0" indent="0">
              <a:buNone/>
            </a:pPr>
            <a:endParaRPr lang="de-CH" dirty="0"/>
          </a:p>
          <a:p>
            <a:r>
              <a:rPr lang="de-CH" dirty="0"/>
              <a:t>Schrift 24 </a:t>
            </a:r>
            <a:r>
              <a:rPr lang="de-CH" dirty="0" err="1"/>
              <a:t>pt</a:t>
            </a:r>
            <a:r>
              <a:rPr lang="de-CH" dirty="0"/>
              <a:t>. Abgeschieden wohnen Sie in</a:t>
            </a:r>
          </a:p>
          <a:p>
            <a:r>
              <a:rPr lang="de-CH" dirty="0"/>
              <a:t>Buchstabhausen an der Küste des</a:t>
            </a:r>
          </a:p>
          <a:p>
            <a:r>
              <a:rPr lang="de-CH" dirty="0"/>
              <a:t>Semantik, eines grossen Sprachozeans</a:t>
            </a:r>
          </a:p>
          <a:p>
            <a:pPr lvl="4"/>
            <a:r>
              <a:rPr lang="de-CH" dirty="0"/>
              <a:t>Schriftgrösse 20 </a:t>
            </a:r>
            <a:r>
              <a:rPr lang="de-CH" dirty="0" err="1"/>
              <a:t>pt</a:t>
            </a:r>
            <a:r>
              <a:rPr lang="de-CH" dirty="0"/>
              <a:t>. Ein kleines Bächlein namens</a:t>
            </a:r>
          </a:p>
          <a:p>
            <a:pPr lvl="4"/>
            <a:r>
              <a:rPr lang="de-CH" dirty="0"/>
              <a:t>Duden fliesst durch ihren Ort</a:t>
            </a:r>
          </a:p>
          <a:p>
            <a:r>
              <a:rPr lang="de-CH" dirty="0"/>
              <a:t>Sie mit den nötigen </a:t>
            </a:r>
            <a:r>
              <a:rPr lang="de-CH" dirty="0" err="1"/>
              <a:t>Regelialien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19359857"/>
      </p:ext>
    </p:extLst>
  </p:cSld>
  <p:clrMapOvr>
    <a:masterClrMapping/>
  </p:clrMapOvr>
</p:sld>
</file>

<file path=ppt/theme/theme1.xml><?xml version="1.0" encoding="utf-8"?>
<a:theme xmlns:a="http://schemas.openxmlformats.org/drawingml/2006/main" name="Stadt Zürich">
  <a:themeElements>
    <a:clrScheme name="Stadt Zürich - Farben">
      <a:dk1>
        <a:srgbClr val="000000"/>
      </a:dk1>
      <a:lt1>
        <a:srgbClr val="FFFFFF"/>
      </a:lt1>
      <a:dk2>
        <a:srgbClr val="0F05A0"/>
      </a:dk2>
      <a:lt2>
        <a:srgbClr val="FFFFFF"/>
      </a:lt2>
      <a:accent1>
        <a:srgbClr val="3431DE"/>
      </a:accent1>
      <a:accent2>
        <a:srgbClr val="A31413"/>
      </a:accent2>
      <a:accent3>
        <a:srgbClr val="EB5E00"/>
      </a:accent3>
      <a:accent4>
        <a:srgbClr val="FBB900"/>
      </a:accent4>
      <a:accent5>
        <a:srgbClr val="06751E"/>
      </a:accent5>
      <a:accent6>
        <a:srgbClr val="989898"/>
      </a:accent6>
      <a:hlink>
        <a:srgbClr val="0F05A0"/>
      </a:hlink>
      <a:folHlink>
        <a:srgbClr val="545050"/>
      </a:folHlink>
    </a:clrScheme>
    <a:fontScheme name="STZ_Fonts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0" tIns="0" rIns="0" bIns="0" rtlCol="0" anchor="t" anchorCtr="0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Stadt Zürich - Farben">
        <a:dk1>
          <a:srgbClr val="000000"/>
        </a:dk1>
        <a:lt1>
          <a:srgbClr val="FFFFFF"/>
        </a:lt1>
        <a:dk2>
          <a:srgbClr val="0F05A0"/>
        </a:dk2>
        <a:lt2>
          <a:srgbClr val="FFFFFF"/>
        </a:lt2>
        <a:accent1>
          <a:srgbClr val="3431DE"/>
        </a:accent1>
        <a:accent2>
          <a:srgbClr val="A31413"/>
        </a:accent2>
        <a:accent3>
          <a:srgbClr val="EB5E00"/>
        </a:accent3>
        <a:accent4>
          <a:srgbClr val="FBB900"/>
        </a:accent4>
        <a:accent5>
          <a:srgbClr val="06751E"/>
        </a:accent5>
        <a:accent6>
          <a:srgbClr val="989898"/>
        </a:accent6>
        <a:hlink>
          <a:srgbClr val="0F05A0"/>
        </a:hlink>
        <a:folHlink>
          <a:srgbClr val="54505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Zitronengelb 70">
      <a:srgbClr val="CCBA10"/>
    </a:custClr>
    <a:custClr name="Zitronengelb 40">
      <a:srgbClr val="FFF369"/>
    </a:custClr>
    <a:custClr name="Zitronengelb 20">
      <a:srgbClr val="FFFEC9"/>
    </a:custClr>
    <a:custClr name="Lemongrass 70">
      <a:srgbClr val="92A210"/>
    </a:custClr>
    <a:custClr name="Lemongrass 40">
      <a:srgbClr val="E0E721"/>
    </a:custClr>
    <a:custClr name="Lemongrass 20">
      <a:srgbClr val="FAFAB5"/>
    </a:custClr>
    <a:custClr name="Lindengrün 70">
      <a:srgbClr val="53831B"/>
    </a:custClr>
    <a:custClr name="Lindengrün 40">
      <a:srgbClr val="B9D55C"/>
    </a:custClr>
    <a:custClr name="Lindengrün 20">
      <a:srgbClr val="E7F6C0"/>
    </a:custClr>
    <a:custClr name="Kleeblatt 70">
      <a:srgbClr val="06751E"/>
    </a:custClr>
    <a:custClr name="Kleeblatt 40">
      <a:srgbClr val="8ECF69"/>
    </a:custClr>
    <a:custClr name="Tannengrün 70">
      <a:srgbClr val="006831"/>
    </a:custClr>
    <a:custClr name="Tannengrün 40">
      <a:srgbClr val="65CD8C"/>
    </a:custClr>
    <a:custClr name="Tannengrün 20">
      <a:srgbClr val="CFEED8"/>
    </a:custClr>
    <a:custClr name="Petrol 70">
      <a:srgbClr val="005857"/>
    </a:custClr>
    <a:custClr name="Petrol 40">
      <a:srgbClr val="2AC7C7"/>
    </a:custClr>
    <a:custClr name="Petrol 20">
      <a:srgbClr val="B5F4F4"/>
    </a:custClr>
    <a:custClr name="Cyan 70">
      <a:srgbClr val="004D76"/>
    </a:custClr>
    <a:custClr name="Cyan 40">
      <a:srgbClr val="23C3F1"/>
    </a:custClr>
    <a:custClr name="Kobaltblau 70">
      <a:srgbClr val="002F96"/>
    </a:custClr>
    <a:custClr name="Kobaltblau 40">
      <a:srgbClr val="46B2FF"/>
    </a:custClr>
    <a:custClr name="Kobaltblau 20">
      <a:srgbClr val="C5E7FF"/>
    </a:custClr>
    <a:custClr name="Mitternachtsblau 70 - Züriblau">
      <a:srgbClr val="0F05A0"/>
    </a:custClr>
    <a:custClr name="Mitternachtsblau 40">
      <a:srgbClr val="6496FF"/>
    </a:custClr>
    <a:custClr name="Mitternachtsblau 20">
      <a:srgbClr val="C5DBFF"/>
    </a:custClr>
    <a:custClr name="Violett 70">
      <a:srgbClr val="512480"/>
    </a:custClr>
    <a:custClr name="Violett 40">
      <a:srgbClr val="BC92FF"/>
    </a:custClr>
    <a:custClr name="Violett 20">
      <a:srgbClr val="E3D6FB"/>
    </a:custClr>
    <a:custClr name="Magenta 70">
      <a:srgbClr val="960055"/>
    </a:custClr>
    <a:custClr name="Magenta 40">
      <a:srgbClr val="F36BA6"/>
    </a:custClr>
    <a:custClr name="Rot 70">
      <a:srgbClr val="A31413"/>
    </a:custClr>
    <a:custClr name="Rot 40">
      <a:srgbClr val="FB737E"/>
    </a:custClr>
    <a:custClr name="Rot 20">
      <a:srgbClr val="FAD7E0"/>
    </a:custClr>
    <a:custClr name="Koralle 70">
      <a:srgbClr val="B80B2E"/>
    </a:custClr>
    <a:custClr name="Koralle 40">
      <a:srgbClr val="F18785"/>
    </a:custClr>
    <a:custClr name="Koralle 20">
      <a:srgbClr val="FBDBD4"/>
    </a:custClr>
    <a:custClr name="Sonnengelb 70">
      <a:srgbClr val="C08600"/>
    </a:custClr>
    <a:custClr name="Sonnengelb 40">
      <a:srgbClr val="FFDF61"/>
    </a:custClr>
    <a:custClr name="Sonnengelb 20">
      <a:srgbClr val="FFEEB6"/>
    </a:custClr>
    <a:custClr name="Orange 70">
      <a:srgbClr val="B23A01"/>
    </a:custClr>
    <a:custClr name="Orange 40">
      <a:srgbClr val="F6A960"/>
    </a:custClr>
    <a:custClr name="Ocker 70">
      <a:srgbClr val="9A5B01"/>
    </a:custClr>
    <a:custClr name="Ocker 40">
      <a:srgbClr val="DA9E49"/>
    </a:custClr>
    <a:custClr name="Ocker 20">
      <a:srgbClr val="EFE2C8"/>
    </a:custClr>
    <a:custClr name="Warm Gray 70">
      <a:srgbClr val="545050"/>
    </a:custClr>
    <a:custClr name="Warm Gray 40">
      <a:srgbClr val="ACA8A8"/>
    </a:custClr>
    <a:custClr name="Gray 70">
      <a:srgbClr val="7C7C7C"/>
    </a:custClr>
    <a:custClr name="Gray 40">
      <a:srgbClr val="C2C2C2"/>
    </a:custClr>
    <a:custClr name="Cool Gray 70">
      <a:srgbClr val="3D575E"/>
    </a:custClr>
    <a:custClr name="Cool Gray 40">
      <a:srgbClr val="8DAFBC"/>
    </a:custClr>
  </a:custClrLst>
  <a:extLst>
    <a:ext uri="{05A4C25C-085E-4340-85A3-A5531E510DB2}">
      <thm15:themeFamily xmlns:thm15="http://schemas.microsoft.com/office/thememl/2012/main" name="STZH_PowerPoint_Mustervorlage.potx" id="{7FE04274-37A3-485B-B1E2-D66A5A471B65}" vid="{326A7361-7184-46B9-9369-7167D7278E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9E02BD6E265A546AB70B38C844D6E4C" ma:contentTypeVersion="16" ma:contentTypeDescription="Ein neues Dokument erstellen." ma:contentTypeScope="" ma:versionID="b58370d6699e110654f0aff41453b443">
  <xsd:schema xmlns:xsd="http://www.w3.org/2001/XMLSchema" xmlns:xs="http://www.w3.org/2001/XMLSchema" xmlns:p="http://schemas.microsoft.com/office/2006/metadata/properties" xmlns:ns2="2b4d10d7-8b4c-4134-8471-e153dc45fa69" xmlns:ns3="e601c3d8-240c-4cd6-a491-4f7cb4f8bd62" targetNamespace="http://schemas.microsoft.com/office/2006/metadata/properties" ma:root="true" ma:fieldsID="df1601da78d6e9ff0712e1658d2eeb64" ns2:_="" ns3:_="">
    <xsd:import namespace="2b4d10d7-8b4c-4134-8471-e153dc45fa69"/>
    <xsd:import namespace="e601c3d8-240c-4cd6-a491-4f7cb4f8bd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4d10d7-8b4c-4134-8471-e153dc45fa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ildmarkierungen" ma:readOnly="false" ma:fieldId="{5cf76f15-5ced-4ddc-b409-7134ff3c332f}" ma:taxonomyMulti="true" ma:sspId="839f2269-781a-4685-93c2-e7c2f58a0f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01c3d8-240c-4cd6-a491-4f7cb4f8bd6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a8f20cb9-2008-4994-8fc9-5696180c6d2f}" ma:internalName="TaxCatchAll" ma:showField="CatchAllData" ma:web="e601c3d8-240c-4cd6-a491-4f7cb4f8bd6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b4d10d7-8b4c-4134-8471-e153dc45fa69">
      <Terms xmlns="http://schemas.microsoft.com/office/infopath/2007/PartnerControls"/>
    </lcf76f155ced4ddcb4097134ff3c332f>
    <TaxCatchAll xmlns="e601c3d8-240c-4cd6-a491-4f7cb4f8bd6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067EC99-32EF-4FE1-A070-B3B534F59490}">
  <ds:schemaRefs>
    <ds:schemaRef ds:uri="2b4d10d7-8b4c-4134-8471-e153dc45fa69"/>
    <ds:schemaRef ds:uri="e601c3d8-240c-4cd6-a491-4f7cb4f8bd6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19604C7-2D53-4136-AE17-E5FD3E447471}">
  <ds:schemaRefs>
    <ds:schemaRef ds:uri="2b4d10d7-8b4c-4134-8471-e153dc45fa69"/>
    <ds:schemaRef ds:uri="http://www.w3.org/XML/1998/namespace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e601c3d8-240c-4cd6-a491-4f7cb4f8bd62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573DC71-E737-46FD-BD00-0DAB2CB2D67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</Words>
  <Application>Microsoft Office PowerPoint</Application>
  <PresentationFormat>Breitbild</PresentationFormat>
  <Paragraphs>22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Arial Black</vt:lpstr>
      <vt:lpstr>Stadt Zürich</vt:lpstr>
      <vt:lpstr>Von OGD zu LOD  Mit KI zu hochwertigen  Linked Open Data für die Statistik</vt:lpstr>
      <vt:lpstr>Agenda</vt:lpstr>
      <vt:lpstr>Maschinen als neue Hauptkonsumenten </vt:lpstr>
      <vt:lpstr>Maschinen als neue Hauptkonsumenten</vt:lpstr>
    </vt:vector>
  </TitlesOfParts>
  <Company>Stadt Zürich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Schenker Rolf (SSZ)</dc:creator>
  <cp:lastModifiedBy>Schenker Rolf (SSZ)</cp:lastModifiedBy>
  <cp:revision>4</cp:revision>
  <dcterms:created xsi:type="dcterms:W3CDTF">2026-08-07T06:26:04Z</dcterms:created>
  <dcterms:modified xsi:type="dcterms:W3CDTF">2026-08-14T09:18:07Z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0x01010029E02BD6E265A546AB70B38C844D6E4C</vt:lpwstr>
  </property>
  <property fmtid="{D5CDD505-2E9C-101B-9397-08002B2CF9AE}" pid="3" name="MediaServiceImageTags">
    <vt:lpwstr/>
  </property>
</Properties>
</file>